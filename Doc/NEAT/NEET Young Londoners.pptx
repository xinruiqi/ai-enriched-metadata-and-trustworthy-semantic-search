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C+tgkWZbVbOhHu+MjCspKQwJE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7" Type="http://customschemas.google.com/relationships/presentationmetadata" Target="metadata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1043b148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1043b148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f1043b148d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1043b148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1043b148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f1043b148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1043b148d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f1043b148d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f1043b148d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1043b148d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f1043b148d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g3f1043b148d_1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1043b148d_1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f1043b148d_1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f1043b148d_1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wer Bridge and Tower of London on gloomy day" id="91" name="Google Shape;91;p1"/>
          <p:cNvPicPr preferRelativeResize="0"/>
          <p:nvPr/>
        </p:nvPicPr>
        <p:blipFill rotWithShape="1">
          <a:blip r:embed="rId3">
            <a:alphaModFix amt="60000"/>
          </a:blip>
          <a:srcRect b="1" l="12889" r="1" t="0"/>
          <a:stretch/>
        </p:blipFill>
        <p:spPr>
          <a:xfrm>
            <a:off x="-1" y="10"/>
            <a:ext cx="1219200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type="ctrTitle"/>
          </p:nvPr>
        </p:nvSpPr>
        <p:spPr>
          <a:xfrm>
            <a:off x="838200" y="914402"/>
            <a:ext cx="10515600" cy="29859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lay"/>
              <a:buNone/>
            </a:pPr>
            <a:r>
              <a:rPr b="1" lang="en-US" sz="5200">
                <a:solidFill>
                  <a:srgbClr val="FFFFFF"/>
                </a:solidFill>
              </a:rPr>
              <a:t>NEET Young Londoners</a:t>
            </a:r>
            <a:endParaRPr sz="5200">
              <a:solidFill>
                <a:srgbClr val="FFFFFF"/>
              </a:solidFill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838200" y="4072040"/>
            <a:ext cx="10515600" cy="13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>
                <a:solidFill>
                  <a:srgbClr val="FFFFFF"/>
                </a:solidFill>
              </a:rPr>
              <a:t>NE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>
                <a:solidFill>
                  <a:srgbClr val="FFFFFF"/>
                </a:solidFill>
              </a:rPr>
              <a:t>T – Nicely Engaged and </a:t>
            </a:r>
            <a:r>
              <a:rPr lang="en-US">
                <a:solidFill>
                  <a:srgbClr val="FF0000"/>
                </a:solidFill>
              </a:rPr>
              <a:t>Active</a:t>
            </a:r>
            <a:r>
              <a:rPr lang="en-US">
                <a:solidFill>
                  <a:srgbClr val="FFFFFF"/>
                </a:solidFill>
              </a:rPr>
              <a:t> Technicians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>
                <a:solidFill>
                  <a:srgbClr val="FFFFFF"/>
                </a:solidFill>
              </a:rPr>
              <a:t>Percy Lam, Nixon Ma, Hugh Bao, Dinesh Dewan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Process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838200" y="2641600"/>
            <a:ext cx="2052320" cy="578882"/>
          </a:xfrm>
          <a:prstGeom prst="roundRect">
            <a:avLst>
              <a:gd fmla="val 16667" name="adj"/>
            </a:avLst>
          </a:prstGeom>
          <a:solidFill>
            <a:srgbClr val="FAE2D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Data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576320" y="2373392"/>
            <a:ext cx="2519680" cy="1055608"/>
          </a:xfrm>
          <a:prstGeom prst="roundRect">
            <a:avLst>
              <a:gd fmla="val 16667" name="adj"/>
            </a:avLst>
          </a:prstGeom>
          <a:solidFill>
            <a:srgbClr val="FFFF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Categorise Data ⚠️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9575800" y="1972253"/>
            <a:ext cx="2519700" cy="1857900"/>
          </a:xfrm>
          <a:prstGeom prst="roundRect">
            <a:avLst>
              <a:gd fmla="val 16667" name="adj"/>
            </a:avLst>
          </a:prstGeom>
          <a:solidFill>
            <a:srgbClr val="C1F0C7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Visualisation + Cl</a:t>
            </a:r>
            <a:r>
              <a:rPr lang="en-US" sz="2800">
                <a:solidFill>
                  <a:schemeClr val="dk1"/>
                </a:solidFill>
              </a:rPr>
              <a:t>assification Eval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781800" y="2373392"/>
            <a:ext cx="1991360" cy="1055608"/>
          </a:xfrm>
          <a:prstGeom prst="roundRect">
            <a:avLst>
              <a:gd fmla="val 16667" name="adj"/>
            </a:avLst>
          </a:prstGeom>
          <a:solidFill>
            <a:srgbClr val="C9EDFB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 Data ⚠️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063240" y="2771398"/>
            <a:ext cx="386080" cy="31928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223000" y="2741553"/>
            <a:ext cx="406400" cy="31928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8971280" y="2741553"/>
            <a:ext cx="406400" cy="31928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Clean Data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Dataset: Key Stage 4 destination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7 years worth of data – 2016-23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Across the UK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215K rows even just by focusing in Greater London (60MB)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Divided into 32 boroughs + NaN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Categorise Data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838200" y="1825625"/>
            <a:ext cx="55418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Main independent variables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Establishment: (State schools, special…)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Sex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Ethnicity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Disadvantage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Breakdown (SEN, FSM…)</a:t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6380018" y="1825625"/>
            <a:ext cx="55418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output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Cohort/Pupil count and 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Interpret Data</a:t>
            </a:r>
            <a:endParaRPr/>
          </a:p>
        </p:txBody>
      </p:sp>
      <p:sp>
        <p:nvSpPr>
          <p:cNvPr id="124" name="Google Shape;12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Problems⁉️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“most common combination”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Multivariate - fix some variables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Divide and conquer</a:t>
            </a:r>
            <a:endParaRPr/>
          </a:p>
          <a:p>
            <a:pPr indent="-249428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300"/>
              <a:t>Focus on NEET - so </a:t>
            </a:r>
            <a:r>
              <a:rPr lang="en-US" sz="2300">
                <a:solidFill>
                  <a:srgbClr val="FF0000"/>
                </a:solidFill>
              </a:rPr>
              <a:t>“not recorded as a sustained destination”</a:t>
            </a:r>
            <a:endParaRPr sz="2300">
              <a:solidFill>
                <a:srgbClr val="FF0000"/>
              </a:solidFill>
            </a:endParaRPr>
          </a:p>
          <a:p>
            <a:pPr indent="-249428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300"/>
              <a:t>"Establishment" is a clearest divider - Alternative provision, state-funded special, mainstream…</a:t>
            </a:r>
            <a:endParaRPr sz="2300"/>
          </a:p>
          <a:p>
            <a:pPr indent="-249428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•"/>
            </a:pPr>
            <a:r>
              <a:rPr lang="en-US" sz="2300"/>
              <a:t>Fix "sex", "ethnicity", "disadvantage status" to see the cohort counts</a:t>
            </a:r>
            <a:endParaRPr sz="23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Destinations - even "overall" doesn't go to 100%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Cohort count = people in the group of independent variables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stats are recorded at school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the people who aren't attending schools or the council can't register…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1043b148d_2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Some codes for Visualisation and Eval</a:t>
            </a:r>
            <a:endParaRPr/>
          </a:p>
        </p:txBody>
      </p:sp>
      <p:sp>
        <p:nvSpPr>
          <p:cNvPr id="131" name="Google Shape;131;g3f1043b148d_2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Charts of by borough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NEET percentage and count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Highest risk groups - SEN, ethnicity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Priority score = </a:t>
            </a:r>
            <a:r>
              <a:rPr lang="en-US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rate * sqrt(cohort size)</a:t>
            </a:r>
            <a:endParaRPr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Logistic Regression</a:t>
            </a:r>
            <a:endParaRPr/>
          </a:p>
          <a:p>
            <a:pPr indent="-3302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feature_cols for X_train: 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"borough"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"provision_group"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"subgroup_type"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"subgroup"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8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"cohort_count"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output y:</a:t>
            </a:r>
            <a:r>
              <a:rPr lang="en-US" sz="18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[‘high_risk’, ‘not_high_risk’]</a:t>
            </a:r>
            <a:endParaRPr sz="180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f1043b148d_1_0" title="03_borough_risk_ra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5851072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f1043b148d_1_0" title="04_borough_estimated_coun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3468" y="152400"/>
            <a:ext cx="6123216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3f1043b148d_1_23" title="07_rate_vs_count_scatt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50" y="534300"/>
            <a:ext cx="7821799" cy="5214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1043b148d_1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0349" y="943700"/>
            <a:ext cx="3869250" cy="5101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1043b148d_1_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2" name="Google Shape;152;g3f1043b148d_1_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3" name="Google Shape;153;g3f1043b148d_1_17" title="06_subgroup_weighted_ris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96925" y="304265"/>
            <a:ext cx="12192000" cy="682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f1043b148d_1_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3075" y="3676125"/>
            <a:ext cx="6591976" cy="243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f1043b148d_1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071788"/>
            <a:ext cx="71247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f1043b148d_1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3850" y="2631338"/>
            <a:ext cx="6572250" cy="22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f1043b148d_1_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850" y="5142613"/>
            <a:ext cx="4568157" cy="1664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f1043b148d_1_33" title="11_confusion_matrix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43850" y="724088"/>
            <a:ext cx="4361100" cy="348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2026-07-06T10:29:31Z</dcterms:created>
  <dc:creator>Percy Lam</dc:creator>
</cp:coreProperties>
</file>