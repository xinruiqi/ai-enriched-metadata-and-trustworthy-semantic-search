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jpg" ContentType="image/jpg"/>
  <Override PartName="/ppt/media/image4.jpg" ContentType="image/jpg"/>
  <Override PartName="/ppt/media/image5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83" d="100"/>
          <a:sy n="83" d="100"/>
        </p:scale>
        <p:origin x="160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21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F3B57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8C8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DATA WEEK 2026 · HACKATHON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Vouch For It?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 Artificial Intelligence (AI) enrichment pipeline for 20,685 London datasets — </a:t>
            </a:r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altLang="zh-CN" sz="16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BY2</a:t>
            </a:r>
            <a:r>
              <a:rPr lang="zh-CN" altLang="en-US" sz="16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60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Xinrui QI &amp; Yuyue Xia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· Discovering London's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HOOK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Data, Buried Deep</a:t>
            </a:r>
            <a:endParaRPr lang="en-US" sz="3000" dirty="0"/>
          </a:p>
        </p:txBody>
      </p:sp>
      <p:pic>
        <p:nvPicPr>
          <p:cNvPr id="4" name="Image 0" descr="/home/claude/v3/quality_bars_n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5486400" cy="3502152"/>
          </a:xfrm>
          <a:prstGeom prst="rect">
            <a:avLst/>
          </a:prstGeom>
        </p:spPr>
      </p:pic>
      <p:pic>
        <p:nvPicPr>
          <p:cNvPr id="5" name="Image 1" descr="/home/claude/v3/org_bia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463040"/>
            <a:ext cx="557784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12064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731520" y="52578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20,685 datasets. </a:t>
            </a:r>
            <a:r>
              <a:rPr lang="en-US" sz="14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have no tags, 100% have no theme, and one borough (Croydon) supplies 72.9% of everything — so today's search is really just a search of Croydon.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Text Into Meaning</a:t>
            </a:r>
            <a:endParaRPr lang="en-US" sz="3000" dirty="0"/>
          </a:p>
        </p:txBody>
      </p:sp>
      <p:pic>
        <p:nvPicPr>
          <p:cNvPr id="4" name="Image 0" descr="/home/claude/v3/semantic_ma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7272338" cy="52133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F3B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458200" y="1737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F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58200" y="26060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discovered automatically — no k chosen by hand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75320" y="406908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45820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dataset's title + notes become a 384-dimension MiniLM vector. Similar meaning = nearby vectors. HDBSCAN groups the dense areas into themes — grey dots are honestly left unclustered.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BASELINE + DEMO</a:t>
            </a:r>
            <a:endParaRPr lang="en-US" sz="1250" dirty="0"/>
          </a:p>
        </p:txBody>
      </p:sp>
      <p:pic>
        <p:nvPicPr>
          <p:cNvPr id="3" name="Image 0" descr="/home/claude/v3/baseline_comparis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4288" y="777240"/>
            <a:ext cx="758037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 EVALUATION · SEARCH (THE HEADLINE)</a:t>
            </a:r>
            <a:endParaRPr lang="en-US" sz="1250" dirty="0"/>
          </a:p>
        </p:txBody>
      </p:sp>
      <p:pic>
        <p:nvPicPr>
          <p:cNvPr id="3" name="Image 0" descr="/home/claude/v3/search_eval_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11658600" cy="5276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policy questions · human-judged relevance · four industry-standard IR metrics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MODEL EVALUATION · AUTO-TAGS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Auto-Generated Tags Any Good?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manually reviewed a random sample of 30 datasets and their auto-tags.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0383" y="2103120"/>
            <a:ext cx="1479176" cy="2377440"/>
          </a:xfrm>
          <a:prstGeom prst="roundRect">
            <a:avLst>
              <a:gd name="adj" fmla="val 461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97543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9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97543" y="3108960"/>
            <a:ext cx="1342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sampled tags were specific and usable as suggestions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73532" y="2103120"/>
            <a:ext cx="1479175" cy="2377440"/>
          </a:xfrm>
          <a:prstGeom prst="roundRect">
            <a:avLst>
              <a:gd name="adj" fmla="val 461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210693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10693" y="3108960"/>
            <a:ext cx="134201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tags contain stray digits (e.g. '32', '500') — noise to 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02826" y="2103120"/>
            <a:ext cx="1479175" cy="2377440"/>
          </a:xfrm>
          <a:prstGeom prst="roundRect">
            <a:avLst>
              <a:gd name="adj" fmla="val 461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939986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939986" y="3108960"/>
            <a:ext cx="1186031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tags are purely numeric — should be dropped automatically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2148840"/>
            <a:ext cx="1309744" cy="2377440"/>
          </a:xfrm>
          <a:prstGeom prst="roundRect">
            <a:avLst>
              <a:gd name="adj" fmla="val 461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66928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108652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words per tag — tags run a little too short/fragmented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4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good enough to suggest, not good enough to auto-publish. A simple digit-filter removes most of the noise before it reaches a human reviewer.</a:t>
            </a:r>
            <a:endParaRPr lang="en-US" sz="14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6A1FAD9-D546-B30A-195D-2B96B620B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024" y="2148840"/>
            <a:ext cx="47855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MODEL EVALUATION · THEME INTERPRETABILITY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Themes Make Sense to a Human?</a:t>
            </a:r>
            <a:endParaRPr lang="en-US" sz="27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5604FCE-B96D-F85F-5B97-34FCC840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41" y="1737372"/>
            <a:ext cx="6241916" cy="399577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9D7E709-7932-148E-F1E9-F8E28D8E4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651" y="2299704"/>
            <a:ext cx="4868025" cy="28711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39712" y="5230368"/>
            <a:ext cx="48646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2202E"/>
                </a:solidFill>
                <a:latin typeface="Calibri"/>
              </a:rPr>
              <a:t>A · Interpretability</a:t>
            </a:r>
            <a:r>
              <a:rPr sz="1100" b="0">
                <a:solidFill>
                  <a:srgbClr val="12202E"/>
                </a:solidFill>
                <a:latin typeface="Calibri"/>
              </a:rPr>
              <a:t>  71 of 76 themes read as a clear topic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2202E"/>
                </a:solidFill>
                <a:latin typeface="Calibri"/>
              </a:rPr>
              <a:t>B · Sample consistency</a:t>
            </a:r>
            <a:r>
              <a:rPr sz="1100" b="0">
                <a:solidFill>
                  <a:srgbClr val="12202E"/>
                </a:solidFill>
                <a:latin typeface="Calibri"/>
              </a:rPr>
              <a:t>  5 random datasets per theme belong together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2202E"/>
                </a:solidFill>
                <a:latin typeface="Calibri"/>
              </a:rPr>
              <a:t>C · Stability</a:t>
            </a:r>
            <a:r>
              <a:rPr sz="1100" b="0">
                <a:solidFill>
                  <a:srgbClr val="12202E"/>
                </a:solidFill>
                <a:latin typeface="Calibri"/>
              </a:rPr>
              <a:t>  themes hold when parameters change (mean ARI 0.841)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 EVALUATION · DUPLICATE DETECTION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for Review — Not Auto-Deleted</a:t>
            </a:r>
            <a:endParaRPr lang="en-US" sz="2700" dirty="0"/>
          </a:p>
        </p:txBody>
      </p:sp>
      <p:pic>
        <p:nvPicPr>
          <p:cNvPr id="4" name="Image 0" descr="/home/claude/v3/dup_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63040"/>
            <a:ext cx="10881360" cy="4517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608076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8680" y="61264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</a:t>
            </a:r>
            <a:r>
              <a:rPr lang="en-US" sz="13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non-identical high-similarity pairs, only 12% turn out to be true or near duplicates on human review — 88% are just related, not duplicate.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METHODOLOGY · CAN YOU VOUCH FOR IT?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Chose — and Checked — Our Method</a:t>
            </a:r>
            <a:endParaRPr lang="en-US" sz="26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E10BFDA-C619-2427-8A04-B76958840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6600"/>
            <a:ext cx="7772400" cy="4717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Trust — and What We Don't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the AI-generated metadata is automatically correct.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EAF6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trust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Search: semantic beats keyword on every IR metric (Precision@5 0.97 vs 0.42) — including a synonym it was never told, NEET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Tags: 93.3% specific and usable as suggestions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754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Themes: stable under parameter change (ARI 0.841); genuinely interpretable 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BEEE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Duplicates: only 12% of non-identical high-similarity pairs are true/near duplicates — needs human review, not auto-merge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61188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Themes: still some source (borough) bias in a subset of clusters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75488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35% of datasets are honestly left 'unclustered' — real metadata gaps, not hidden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3B57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1C8C8C">
              <a:alpha val="4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as a decision-support layer — not an unchecked replacement for human metadata curation.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BY2</a:t>
            </a:r>
            <a:r>
              <a:rPr lang="zh-CN" alt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Xinrui QI &amp; Yuyue Xia</a:t>
            </a: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Problem 3: Discovering London's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539</Words>
  <Application>Microsoft Macintosh PowerPoint</Application>
  <PresentationFormat>宽屏</PresentationFormat>
  <Paragraphs>61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London's Data — Full Evaluation</dc:title>
  <dc:subject>PptxGenJS Presentation</dc:subject>
  <dc:creator>London Data Week 2026</dc:creator>
  <cp:lastModifiedBy>Xinrui Qi</cp:lastModifiedBy>
  <cp:revision>3</cp:revision>
  <dcterms:created xsi:type="dcterms:W3CDTF">2026-07-06T11:06:52Z</dcterms:created>
  <dcterms:modified xsi:type="dcterms:W3CDTF">2026-07-06T11:18:16Z</dcterms:modified>
</cp:coreProperties>
</file>